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move from single-shot prompts to real conversations: an AgentSession that lets an agent remember earlier turns, the ChatHistoryProvider mechanism working behind the scenes to make that possible, and, critically, proof that a session can be serialized to JSON, written to disk, and restored into a completely new agent instance, so conversations can survive a real process restart rather than living only in memory. The lesson assumes Lessons 1 to 3: IChatClient, ChatClientAgent, RunAsync and AgentResponse. It is otherwise standalone. Setup is unchanged from earlier lessons: Microsoft.Agents.AI 1.24.0, Microsoft.Extensions.AI.OpenAI 10.10.1 and OpenAI 2.14.0, with OPENAI_API_KEY set.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AgentSession is the abstraction that carries conversation state across multiple RunAsync calls. Every session is created by the agent that will use it, via agent.CreateSessionAsync(), because the agent attaches whatever behaviors it needs, such as history storage or reducers, to that specific session. Pass the same AgentSession into successive RunAsync calls and the agent has access to everything said so far. Without a session there is no memory. Every lesson through Lesson 3 called RunAsync with no session argument, so each call was a fresh, stateless turn. That default hasn't changed: a session is something you opt into per conversation. In the demo, RunMultiTurnDemoAsync creates one session and passes it to two RunAsync calls. The second prompt, 'What's my name, and which city am I visiting?', carries no information on its own; the agent can only answer because the session carried the first turn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ChatHistoryProvider is the pluggable mechanism that decides how history is stored and replayed. When an agent is backed by a plain IChatClient, like the Chat Completions-based client ChatClientFactory builds, which has no server-side conversation concept of its own, MAF defaults to an InMemoryChatHistoryProvider. It keeps the full message list inside the session's state and prepends it to every new request. You can retrieve that provider from the agent with agent.GetService&lt;InMemoryChatHistoryProvider&gt;() and call GetMessages(session) to see exactly what is being stored and replayed: both user turns and both assistant replies, in order. This is the no-hidden-magic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providers manage history server-side instead. If the underlying service has its own conversation or thread concept, which does not apply to the Chat Completions-based client this lesson uses, the session instead stores an opaque service-side identifier, and ChatClientAgentSession.ConversationId exposes it, rather than the raw message list living in your process. Either way, your code holds the same AgentSession, and serialization, next, is what lets you keep it beyond the life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Serialization is what makes restart possible. agent.SerializeSessionAsync(session) returns a JsonElement you can write anywhere durable: a file, a database row, blob storage. Later, potentially in an entirely different process, agent.DeserializeSessionAsync(jsonElement) rebuilds an equivalent AgentSession from that JSON, and passing it into RunAsync continues the conversation as if nothing happened. In the demo, RunPersistenceAcrossRestartDemoAsync starts a second conversation, serializes it and writes the raw text to lesson04-session.json. The comment block in the middle is the important part: firstAgent, firstChatClient and firstSession are never referenced again. A brand-new IChatClient and ChatClientAgent are built from scratch, exactly as if this were a fresh process. secondAgent.DeserializeSessionAsync rebuilds the session purely from the file, and asking the same follow-up proves the memory came from disk. Cleanup deletes the file so repeated runs start clean; a real application would keep it for as long as the conversation should stay resumable. Keeping the raw session object alive in a static field or singleton is not persistence, it just delays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serialized sessions as sensitive, untrusted-input-shaped data. They can contain full conversation content and identifiers. Store them the way you'd store any other user data at rest, and don't restore one from a source you don't trust: a tampered session could smuggle adversarial content back into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varies by run, but the shape is the same. The multi-turn section shows turn 2 answering from turn 1. The history section prints the four messages the InMemoryChatHistoryProvider stored. The last line is the payoff: secondAgent never received 'Priya' or 'Lisbon' directly; it only knew because DeserializeSessionAsync rebuilt that context from a file on disk. On the slide, the long turn-1 reply, its repeat in the history, the first user message and the 'Before restart' reply are trimmed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relies on today's AgentSession: an approval request and its response span two RunAsync calls that must share state. Lesson 18 takes the restart idea from one conversation to a whole Magentic-One workflow, persisting checkpoints so a brand-new process can resume it. Lesson 19's A2A server defaults to an in-memory session store that is explicitly development-only and loses state on restart. Lesson 21 compares who owns session and workflow state when you self-host, where backing it up and sharing it across instances is your job, versus deploy as a Foundry-hosted agent, where Foundry's durable state store keeps it across turns, idle periods and restarts. And in Lesson 24 the capstone is hosted over the Responses protocol: between the request that pauses at the approval port and the request that answers it, the host saves the workflow agent's session, and the second request selects it again with previous_response_id.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4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Sessions and Chat History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From single-shot prompts to conversations that survive a restart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Lesson04-SessionsAndChatHistory/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Carrying a conversation across turns with AgentSession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ChatHistoryProvider stores and replays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history can live: in process or on the service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Serializing a session to survive a process restart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saved session is sensitive data</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AgentSession: memory is opt-in</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RunAsync(prompt)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call is a fresh, stateless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How Lessons 1–3 ran, and still the default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follow-up has nothing to go 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RunAsync(prompt, session)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session from agent.CreateSessionAsync()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Pass the same one into every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agent sees everything said so far</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"What's my name, and which city am I visiting?" only works with a session.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ChatHistoryProvider: no hidden magic</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New turn</a:t>
            </a:r>
            <a:endParaRPr lang="en-US" sz="15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RunAsync with the session</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In-memory history</a:t>
            </a:r>
            <a:endParaRPr lang="en-US" sz="14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InMemoryChatHistory</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Provider keeps the full message list in the session</a:t>
            </a:r>
            <a:endParaRPr lang="en-US" sz="11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Prepend</a:t>
            </a:r>
            <a:endParaRPr lang="en-US" sz="150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whole list is replayed ahead of each new request</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GetMessages</a:t>
            </a:r>
            <a:endParaRPr lang="en-US" sz="15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 back exactly what is stored and replayed</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Whatever memory the agent has lives in a plain List&lt;ChatMessage&gt;.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the history actually lives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AgentSession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Same object to your code, whatever is behind it.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In process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default for a Chat Completions client: raw messages in the session state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On the service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If the service has its own threads: an opaque ConversationId instead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On disk</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SerializeSessionAsync turns either form into JSON you can store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lesson's client has no server-side conversation, so history stays in process.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Serialization makes a restart survivable</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First agent</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conversation about Priya's Lisbon trip</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Serialize</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SerializeSessionAsync returns a JsonElement</a:t>
            </a:r>
            <a:endParaRPr lang="en-US" sz="10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lesson04-</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session.json</a:t>
            </a:r>
            <a:endParaRPr lang="en-US" sz="12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Written to disk. Everything above is now discarded.</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Deserialize</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brand-new agent rebuilds the session from the file</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Keeping the object alive in a static field is not persistence. It only delays the problem.</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saved session is sensitive data</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Full content</a:t>
            </a:r>
            <a:endParaRPr lang="en-US" sz="15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can hold the whole conversation and its identifiers</a:t>
            </a:r>
            <a:endParaRPr lang="en-US" sz="1200" dirty="0"/>
          </a:p>
        </p:txBody>
      </p:sp>
      <p:sp>
        <p:nvSpPr>
          <p:cNvPr id="9" name="Shape 6"/>
          <p:cNvSpPr/>
          <p:nvPr/>
        </p:nvSpPr>
        <p:spPr>
          <a:xfrm>
            <a:off x="3291840" y="1371600"/>
            <a:ext cx="25603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Store it safely</a:t>
            </a:r>
            <a:endParaRPr lang="en-US" sz="15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Treat it like any other user data at rest</a:t>
            </a:r>
            <a:endParaRPr lang="en-US" sz="1200" dirty="0"/>
          </a:p>
        </p:txBody>
      </p:sp>
      <p:sp>
        <p:nvSpPr>
          <p:cNvPr id="14" name="Shape 10"/>
          <p:cNvSpPr/>
          <p:nvPr/>
        </p:nvSpPr>
        <p:spPr>
          <a:xfrm>
            <a:off x="6126480" y="1371600"/>
            <a:ext cx="2560320" cy="2103120"/>
          </a:xfrm>
          <a:prstGeom prst="roundRect">
            <a:avLst>
              <a:gd name="adj" fmla="val 3478"/>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Untrusted input</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tampered session can smuggle adversarial content back in</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Never restore a session from a source you don't trust.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Memory that outlives the agent</a:t>
            </a:r>
            <a:endParaRPr lang="en-US" sz="2800" dirty="0"/>
          </a:p>
        </p:txBody>
      </p:sp>
      <p:sp>
        <p:nvSpPr>
          <p:cNvPr id="4" name="Shape 2"/>
          <p:cNvSpPr/>
          <p:nvPr/>
        </p:nvSpPr>
        <p:spPr>
          <a:xfrm>
            <a:off x="457200" y="1325880"/>
            <a:ext cx="5257800" cy="2545080"/>
          </a:xfrm>
          <a:prstGeom prst="roundRect">
            <a:avLst>
              <a:gd name="adj" fmla="val 2874"/>
            </a:avLst>
          </a:prstGeom>
          <a:solidFill>
            <a:srgbClr val="0F1420"/>
          </a:solidFill>
          <a:ln w="12700">
            <a:solidFill>
              <a:srgbClr val="0F1420"/>
            </a:solidFill>
            <a:prstDash val="solid"/>
          </a:ln>
        </p:spPr>
      </p:sp>
      <p:sp>
        <p:nvSpPr>
          <p:cNvPr id="5" name="Text 3"/>
          <p:cNvSpPr txBox="1"/>
          <p:nvPr/>
        </p:nvSpPr>
        <p:spPr>
          <a:xfrm>
            <a:off x="640080" y="1463040"/>
            <a:ext cx="4892040" cy="22707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Multi-Turn Conversation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Turn 1: Okay, Avery. To help plan your Kyoto trip next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Turn 2: Your name is Avery, and you are visiting Kyoto.</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Chat History Provider Contents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[user] My name is Avery and I'm planning a trip to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[assistant] Okay, Avery. To help plan your Kyoto trip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[user] What's my name, and which city am I visiting?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[assistant] Your name is Avery, and you are visiting Kyoto.</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Session Persistence Across a Simulated Restart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Before restart: Lisbon in the fall is a wonderful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Session serialized to 'lesson04-session.json'.</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After restart:  You are Priya and you are visiting Lisbon.</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Turn 2</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Answered only because the session carried turn 1</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History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Four messages, in order, in a plain list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After restart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Knowledge rebuilt from the file on disk</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session across turns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The approve/reject exchange spans two RunAsync calls on one session</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Surviving a process restart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Checkpoints let a whole multi-agent workflow resume after a restart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In-memory is development-only</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A2A's default InMemoryAgentSessionStore loses state on restart</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Who owns persistence</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Self-hosted: your job. Foundry-hosted: platform-managed</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Sessions span requests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host restores the session picked by previous_response_id</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4 — Sessions and Chat History</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Sessions and Chat History</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2026-10-08T00:09:29Z</dcterms:created>
  <dcterms:modified xsi:type="dcterms:W3CDTF">2026-10-08T00:09:29Z</dcterms:modified>
</cp:coreProperties>
</file>