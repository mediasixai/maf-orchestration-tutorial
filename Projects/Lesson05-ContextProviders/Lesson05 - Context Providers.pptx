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generalize beyond raw chat history: a HelpDeskAgent gets a custom AIContextProvider that embeds the user's question, searches a small precomputed knowledge base by cosine similarity, and injects the single best-matching HR policy snippet into the run, but only when it's actually relevant. This is retrieval-augmented context injection built from first principles, and the mechanism generalizes to any arbitrary memory or context a real agent needs: user profiles, prior summaries, or retrieved documents. The lesson assumes Lessons 1 to 4: IChatClient, ChatClientAgent, RunAsync and AgentSession. It is otherwise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Packages are the same as earlier lessons: Microsoft.Agents.AI 1.24.0, Microsoft.Extensions.AI.OpenAI 10.10.1 and OpenAI 2.14.0, with OPENAI_API_KEY set.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 What's new is that this lesson also needs an IEmbeddingGenerator of string to Embedding of float. OpenAIEmbeddingGeneratorFactory builds it on OpenAI's text-embedding-3-small model through the same Microsoft.Extensions.AI.OpenAI package, using AsIEmbeddingGenerator(). It ignores MAF_LLM, so OPENAI_API_KEY is required even when MAF_LLM selects another chat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AIContextProvider is the abstract base class for anything that injects additional context into an agent run beyond ordinary chat history. Where a ChatHistoryProvider, from Lesson 4, answers 'what was said before', an AIContextProvider answers 'what else does the model need to know right now': a user's stored preferences, a retrieved document, a running summary, or in this lesson's case, a semantically matched policy snippet. Context providers aren't available on the simple ChatClientAgent constructor that takes a name, instructions and tools. They require a ChatClientAgentOptions with AIContextProviders set, passed to the ChatClientAgent(chatClient, options) overload. That's why AgentFactory gains a CreateAgentWithContextProviders overload alongside CreateAgent.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context provider participates at the start of a run via ProvideAIContextAsync, returning additional instructions, messages, or tools to merge in, and optionally at the end via StoreAIContextAsync, to extract and persist anything learned from this turn. This lesson only implements the provide half, a read-only knowledge base, since it has nothing new to learn from each conversation. Lesson 4's ChatHistoryProvider and this lesson's AIContextProvider are sibling mechanisms with a very similar Provide and Store shape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AIContextProvider instance is attached to the agent and reused across every session, so it must not cache anything session-specific in its own fields. Our provider only ever holds the precomputed knowledge base, the same for everyone, which is why it needs no session state at all. SemanticMemoryContextProvider.BuildKnowledgeBaseAsync embeds each of the three fixed policy snippets, on vacation carryover, expense reports and remote work, exactly once, up front, and pairs each with its embedding in a KnowledgeSnippet. That happens before any agent run, and the knowledge base is reused across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IEmbeddingGenerator's GenerateAsync turns text into a vector. Cosine similarity between two vectors measures how semantically close their meanings are, independent of shared words. ProvideAIContextAsync runs at the start of every RunAsync call: it pulls the current user text out of context.AIContext.Messages, embeds it, and compares it against every snippet in the knowledge base using CosineSimilarity.Compute. The on-topic test question, about rolling over unused time off, shares almost no vocabulary with the matching policy snippet about carrying over vacation days, and it's still retrieved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provider that always injects its best match, even when nothing is actually relevant, pollutes every unrelated answer with noise. This lesson only injects a snippet when its similarity score clears a fixed threshold; otherwise it returns an empty AIContext and the agent answers from general knowledge instead. The threshold check is the relevance gate. bestScore starts at RelevanceThreshold, 0.7, not zero, so a snippet is only ever selected if it beats that bar. For the off-topic goldfish question nothing clears it, bestMatch stays null, and an empty AIContext is returned. When a match is found, it comes back as an extra ChatMessage in the returned AIContext.Messages, merged in by the framework alongside the caller's own input. The agent's instructions tell it to use this context when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an AIContextProvider injects, especially messages, is merged into the request and trusted by the model like any other input. If a provider pulls from an external or attacker-influenced source, sanitize before returning it. This is the same category of risk as restoring an untrusted serialized session from Lesson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varies by run, but the shape is the same. The first answer is accurate specifically because the exact number, 5 days, came from the retrieved snippet, not from the model's own knowledge. The second answer proves the relevance gate works: nothing about vacation, expenses, or remote work leaks into an unrelated conversation. The lesson's output is rewrapped to fit the panel; no words are changed, and the bracketed line is the lesson's own description of what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later lessons build directly on today's mechanism. In the Skills 1 bonus lesson, AgentSkillsProvider is itself an AIContextProvider, wired into the agent exactly like today's semantic-memory provider, through the same ChatClientAgentOptions AIContextProviders list. In Skills 2, a multi-source skills provider slots into that same single-item list. The Lessons 22–24 Capstone does not use a context provider; Lesson 24's review lists it as ready for the Researcher, the place to inject a user profile or retrieved documents into its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5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Context Providers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Injecting the right memory into a run, and only when it's relevant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Lesson05-ContextProviders/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an AIContextProvider adds beyond chat history</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provide and store phases of a run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Retrieval by embedding similarity, not keywords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Gating injection on a relevance threshold</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injected context is a trust boundary</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Embeddings always use OpenAI</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OpenAIEmbedding</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GeneratorFactory</a:t>
            </a:r>
            <a:endParaRPr lang="en-US" sz="12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Builds the IEmbeddingGenerator via AsIEmbeddingGenerator()</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text-embedding-3-small</a:t>
            </a:r>
            <a:endParaRPr lang="en-US" sz="10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series' one embedding model</a:t>
            </a:r>
            <a:endParaRPr lang="en-US" sz="12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OPENAI_API_KEY</a:t>
            </a:r>
            <a:endParaRPr lang="en-US" sz="13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Required even when MAF_LLM picks another chat provider</a:t>
            </a:r>
            <a:endParaRPr lang="en-US" sz="1200" dirty="0"/>
          </a:p>
        </p:txBody>
      </p:sp>
      <p:sp>
        <p:nvSpPr>
          <p:cNvPr id="19" name="Text 14"/>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new NuGet packages: Microsoft.Extensions.AI.OpenAI already does both jobs.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AIContextProvider: beyond chat history</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ChatHistoryProvider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Lesson 4</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Answers: what was said before?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Replays earlier turns</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AIContextProvider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Today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Answers: what else does the model need now?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Profiles, documents, summaries, policies</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Sibling mechanisms with the same Provide / Store shape, by design.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phases around every run</a:t>
            </a:r>
            <a:endParaRPr lang="en-US" sz="2800" dirty="0"/>
          </a:p>
        </p:txBody>
      </p:sp>
      <p:sp>
        <p:nvSpPr>
          <p:cNvPr id="4" name="Shape 2"/>
          <p:cNvSpPr/>
          <p:nvPr/>
        </p:nvSpPr>
        <p:spPr>
          <a:xfrm>
            <a:off x="457200" y="1417320"/>
            <a:ext cx="1796796" cy="2377440"/>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 starts</a:t>
            </a:r>
            <a:endParaRPr lang="en-US" sz="1500" dirty="0"/>
          </a:p>
        </p:txBody>
      </p:sp>
      <p:sp>
        <p:nvSpPr>
          <p:cNvPr id="8" name="Text 5"/>
          <p:cNvSpPr txBox="1"/>
          <p:nvPr/>
        </p:nvSpPr>
        <p:spPr>
          <a:xfrm>
            <a:off x="640080" y="2606040"/>
            <a:ext cx="1476756"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RunAsync on helpDeskAgent</a:t>
            </a:r>
            <a:endParaRPr lang="en-US" sz="1200" dirty="0"/>
          </a:p>
        </p:txBody>
      </p:sp>
      <p:sp>
        <p:nvSpPr>
          <p:cNvPr id="9" name="Shape 6"/>
          <p:cNvSpPr/>
          <p:nvPr/>
        </p:nvSpPr>
        <p:spPr>
          <a:xfrm>
            <a:off x="2318004" y="2496312"/>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377440"/>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Provide</a:t>
            </a:r>
            <a:endParaRPr lang="en-US" sz="1500" dirty="0"/>
          </a:p>
        </p:txBody>
      </p:sp>
      <p:sp>
        <p:nvSpPr>
          <p:cNvPr id="14" name="Text 10"/>
          <p:cNvSpPr txBox="1"/>
          <p:nvPr/>
        </p:nvSpPr>
        <p:spPr>
          <a:xfrm>
            <a:off x="2784348" y="2606040"/>
            <a:ext cx="1476756" cy="109728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ProvideAIContextAsync returns instructions, messages or tools to merge in</a:t>
            </a:r>
            <a:endParaRPr lang="en-US" sz="1000" dirty="0"/>
          </a:p>
        </p:txBody>
      </p:sp>
      <p:sp>
        <p:nvSpPr>
          <p:cNvPr id="15" name="Shape 11"/>
          <p:cNvSpPr/>
          <p:nvPr/>
        </p:nvSpPr>
        <p:spPr>
          <a:xfrm>
            <a:off x="4462272" y="2496312"/>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377440"/>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Model run</a:t>
            </a:r>
            <a:endParaRPr lang="en-US" sz="1500" dirty="0"/>
          </a:p>
        </p:txBody>
      </p:sp>
      <p:sp>
        <p:nvSpPr>
          <p:cNvPr id="20" name="Text 15"/>
          <p:cNvSpPr txBox="1"/>
          <p:nvPr/>
        </p:nvSpPr>
        <p:spPr>
          <a:xfrm>
            <a:off x="4928616" y="2606040"/>
            <a:ext cx="1476756"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merged request goes to the model</a:t>
            </a:r>
            <a:endParaRPr lang="en-US" sz="1200" dirty="0"/>
          </a:p>
        </p:txBody>
      </p:sp>
      <p:sp>
        <p:nvSpPr>
          <p:cNvPr id="21" name="Shape 16"/>
          <p:cNvSpPr/>
          <p:nvPr/>
        </p:nvSpPr>
        <p:spPr>
          <a:xfrm>
            <a:off x="6606540" y="2496312"/>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377440"/>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Store</a:t>
            </a:r>
            <a:endParaRPr lang="en-US" sz="1500" dirty="0"/>
          </a:p>
        </p:txBody>
      </p:sp>
      <p:sp>
        <p:nvSpPr>
          <p:cNvPr id="26" name="Text 20"/>
          <p:cNvSpPr txBox="1"/>
          <p:nvPr/>
        </p:nvSpPr>
        <p:spPr>
          <a:xfrm>
            <a:off x="7072884" y="2606040"/>
            <a:ext cx="1476756" cy="10972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Optional StoreAIContextAsync keeps what was learned. Not used today.</a:t>
            </a:r>
            <a:endParaRPr lang="en-US" sz="11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read-only knowledge base has nothing to learn, so this lesson only provides.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Providers are shared; state is not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One provider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Attached to the agent once and reused by every session.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It may hold</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Data that's the same for everyone, like the precomputed knowledge base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It must not hold</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Anything specific to one session or user</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Built up front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Three policy snippets embedded once, before any run</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Retrieval by meaning, not keywords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Question</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many days can I roll over?"</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Embed</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GenerateAsync turns the text into a vector</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Compare</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CosineSimilarity against every snippet</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Best match</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Vacation carryover: up to 5 days</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question shares almost no words with the policy, and still finds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Relevance gating matters as much as retrieval</a:t>
            </a:r>
            <a:endParaRPr lang="en-US" sz="275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Score clears 0.7</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snippet comes back as an extra ChatMessage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Merged in before the model sees the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answer cites the policy</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Nothing clears 0.7</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empty AIContext is returned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injection at 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agent answers from general knowledge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bestScore starts at the threshold, not zero, so a weak match can never win.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Context providers are a trust boundary</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Trusted as input</a:t>
            </a:r>
            <a:endParaRPr lang="en-US" sz="15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Injected messages are merged into the request like any other input</a:t>
            </a:r>
            <a:endParaRPr lang="en-US" sz="1200" dirty="0"/>
          </a:p>
        </p:txBody>
      </p:sp>
      <p:sp>
        <p:nvSpPr>
          <p:cNvPr id="9" name="Shape 6"/>
          <p:cNvSpPr/>
          <p:nvPr/>
        </p:nvSpPr>
        <p:spPr>
          <a:xfrm>
            <a:off x="3291840" y="1371600"/>
            <a:ext cx="25603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Sanitize first</a:t>
            </a:r>
            <a:endParaRPr lang="en-US" sz="15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Clean anything pulled from an external or attacker-influenced source</a:t>
            </a:r>
            <a:endParaRPr lang="en-US" sz="1200" dirty="0"/>
          </a:p>
        </p:txBody>
      </p:sp>
      <p:sp>
        <p:nvSpPr>
          <p:cNvPr id="14" name="Shape 10"/>
          <p:cNvSpPr/>
          <p:nvPr/>
        </p:nvSpPr>
        <p:spPr>
          <a:xfrm>
            <a:off x="6126480" y="1371600"/>
            <a:ext cx="2560320" cy="2103120"/>
          </a:xfrm>
          <a:prstGeom prst="roundRect">
            <a:avLst>
              <a:gd name="adj" fmla="val 3478"/>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Same risk as Lesson 4</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Like restoring an untrusted serialized session</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answer grounded, one left alone</a:t>
            </a:r>
            <a:endParaRPr lang="en-US" sz="2800" dirty="0"/>
          </a:p>
        </p:txBody>
      </p:sp>
      <p:sp>
        <p:nvSpPr>
          <p:cNvPr id="4" name="Shape 2"/>
          <p:cNvSpPr/>
          <p:nvPr/>
        </p:nvSpPr>
        <p:spPr>
          <a:xfrm>
            <a:off x="457200" y="1325880"/>
            <a:ext cx="5257800" cy="2087880"/>
          </a:xfrm>
          <a:prstGeom prst="roundRect">
            <a:avLst>
              <a:gd name="adj" fmla="val 3504"/>
            </a:avLst>
          </a:prstGeom>
          <a:solidFill>
            <a:srgbClr val="0F1420"/>
          </a:solidFill>
          <a:ln w="12700">
            <a:solidFill>
              <a:srgbClr val="0F1420"/>
            </a:solidFill>
            <a:prstDash val="solid"/>
          </a:ln>
        </p:spPr>
      </p:sp>
      <p:sp>
        <p:nvSpPr>
          <p:cNvPr id="5" name="Text 3"/>
          <p:cNvSpPr txBox="1"/>
          <p:nvPr/>
        </p:nvSpPr>
        <p:spPr>
          <a:xfrm>
            <a:off x="640080" y="1463040"/>
            <a:ext cx="4892040" cy="18135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On-topic question (should retrieve a policy snippet)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 may carry over up to 5 unused vacation days into the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next calendar year. Any unused vacation time beyond those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5 days will be forfeited.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Off-topic question (should retrieve nothing)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That's a fun question! While it's not strictly an HR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matter, I'm happy to help you brainstorm some ideas for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your new finned friend...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[general-knowledge suggestions follow, with no policy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content anywhere]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Grounded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exact number, 5 days, came from the snippet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Gated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vacation, expense or remote-work text leaks in</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AIContextProvider injects context</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1  </a:t>
            </a:r>
            <a:pPr indent="0" marL="0">
              <a:buNone/>
            </a:pPr>
            <a:r>
              <a:rPr lang="en-US" sz="1250" dirty="0">
                <a:solidFill>
                  <a:srgbClr val="FFFFFF"/>
                </a:solidFill>
                <a:latin typeface="Calibri" pitchFamily="34" charset="0"/>
                <a:ea typeface="Calibri" pitchFamily="34" charset="-122"/>
                <a:cs typeface="Calibri" pitchFamily="34" charset="-120"/>
              </a:rPr>
              <a:t>AgentSkillsProvider is itself a context provider, wired in the same way</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AIContextProviders list</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A multi-source skills provider slots into the same single-item list</a:t>
            </a:r>
            <a:endParaRPr lang="en-US" sz="1250" dirty="0"/>
          </a:p>
        </p:txBody>
      </p:sp>
      <p:sp>
        <p:nvSpPr>
          <p:cNvPr id="12" name="Text 10"/>
          <p:cNvSpPr txBox="1"/>
          <p:nvPr/>
        </p:nvSpPr>
        <p:spPr>
          <a:xfrm>
            <a:off x="457200" y="288036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Skills 1–2 bonus lessons (the Lessons 22–24 Capstone leaves it out)</a:t>
            </a:r>
            <a:endParaRPr lang="en-US" sz="1300" dirty="0"/>
          </a:p>
        </p:txBody>
      </p:sp>
      <p:sp>
        <p:nvSpPr>
          <p:cNvPr id="13"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5 — Context Providers</a:t>
            </a:r>
            <a:endParaRPr lang="en-US" sz="900" dirty="0"/>
          </a:p>
        </p:txBody>
      </p:sp>
      <p:sp>
        <p:nvSpPr>
          <p:cNvPr id="14"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 — Context Providers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2026-10-08T00:09:29Z</dcterms:created>
  <dcterms:modified xsi:type="dcterms:W3CDTF">2026-10-08T00:09:29Z</dcterms:modified>
</cp:coreProperties>
</file>